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528" y="-2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508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7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51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886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167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162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34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3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829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1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0ABBF-31A8-4E9E-97FA-AA1E8AB4518D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35F52-2CF7-4832-BCA2-208A5CC0E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807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9177" y="2060037"/>
            <a:ext cx="3962400" cy="27536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1137699" y="3352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37699" y="41910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756699" y="37719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17374" y="37719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9400" y="51054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819400" y="59436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38400" y="5524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US" dirty="0" smtClean="0"/>
          </a:p>
        </p:txBody>
      </p:sp>
      <p:sp>
        <p:nvSpPr>
          <p:cNvPr id="13" name="Rounded Rectangle 12"/>
          <p:cNvSpPr/>
          <p:nvPr/>
        </p:nvSpPr>
        <p:spPr>
          <a:xfrm>
            <a:off x="3199075" y="5524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US" dirty="0" smtClean="0"/>
          </a:p>
        </p:txBody>
      </p:sp>
      <p:sp>
        <p:nvSpPr>
          <p:cNvPr id="14" name="Rounded Rectangle 13"/>
          <p:cNvSpPr/>
          <p:nvPr/>
        </p:nvSpPr>
        <p:spPr>
          <a:xfrm>
            <a:off x="4954325" y="51054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▲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4954325" y="5939085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▼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4573325" y="5524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34000" y="5524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90899" y="4176257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‘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7620000" y="5014457"/>
            <a:ext cx="576802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Shift</a:t>
            </a:r>
            <a:endParaRPr lang="en-US" sz="1200" dirty="0"/>
          </a:p>
        </p:txBody>
      </p:sp>
      <p:sp>
        <p:nvSpPr>
          <p:cNvPr id="20" name="Rounded Rectangle 19"/>
          <p:cNvSpPr/>
          <p:nvPr/>
        </p:nvSpPr>
        <p:spPr>
          <a:xfrm>
            <a:off x="7309899" y="4595357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70574" y="4595357"/>
            <a:ext cx="616226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Enter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62400" y="457200"/>
            <a:ext cx="661283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Insert</a:t>
            </a:r>
            <a:endParaRPr 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672029" y="457200"/>
            <a:ext cx="652008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Home</a:t>
            </a:r>
            <a:endParaRPr 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5334000" y="1447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3581400" y="1447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6858000" y="20193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1898374" y="20193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6858000" y="1590261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\</a:t>
            </a:r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1898374" y="1600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6" name="Oval 5"/>
          <p:cNvSpPr/>
          <p:nvPr/>
        </p:nvSpPr>
        <p:spPr>
          <a:xfrm>
            <a:off x="3331100" y="2124944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5872700" y="2111352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3733800" y="3124200"/>
            <a:ext cx="609600" cy="609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483500" y="2819400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105400" y="3370386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227651" y="2402466"/>
            <a:ext cx="974697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39" name="Straight Connector 38"/>
          <p:cNvCxnSpPr>
            <a:stCxn id="36" idx="2"/>
            <a:endCxn id="9" idx="0"/>
          </p:cNvCxnSpPr>
          <p:nvPr/>
        </p:nvCxnSpPr>
        <p:spPr>
          <a:xfrm flipH="1">
            <a:off x="1707874" y="2883259"/>
            <a:ext cx="1775626" cy="8886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7" idx="4"/>
            <a:endCxn id="14" idx="0"/>
          </p:cNvCxnSpPr>
          <p:nvPr/>
        </p:nvCxnSpPr>
        <p:spPr>
          <a:xfrm flipH="1">
            <a:off x="5144825" y="3498104"/>
            <a:ext cx="19050" cy="16072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>
            <a:off x="3200400" y="3733800"/>
            <a:ext cx="762000" cy="1600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38" idx="5"/>
          </p:cNvCxnSpPr>
          <p:nvPr/>
        </p:nvCxnSpPr>
        <p:spPr>
          <a:xfrm>
            <a:off x="6059607" y="3182955"/>
            <a:ext cx="1636593" cy="14124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27" idx="3"/>
            <a:endCxn id="6" idx="2"/>
          </p:cNvCxnSpPr>
          <p:nvPr/>
        </p:nvCxnSpPr>
        <p:spPr>
          <a:xfrm flipV="1">
            <a:off x="2279374" y="2188803"/>
            <a:ext cx="1051726" cy="4004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9" idx="3"/>
          </p:cNvCxnSpPr>
          <p:nvPr/>
        </p:nvCxnSpPr>
        <p:spPr>
          <a:xfrm>
            <a:off x="2279374" y="1809750"/>
            <a:ext cx="1378226" cy="2600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/>
          <p:cNvCxnSpPr>
            <a:stCxn id="31" idx="6"/>
            <a:endCxn id="26" idx="1"/>
          </p:cNvCxnSpPr>
          <p:nvPr/>
        </p:nvCxnSpPr>
        <p:spPr>
          <a:xfrm>
            <a:off x="5989650" y="2175211"/>
            <a:ext cx="868350" cy="536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/>
          <p:cNvCxnSpPr>
            <a:endCxn id="28" idx="1"/>
          </p:cNvCxnSpPr>
          <p:nvPr/>
        </p:nvCxnSpPr>
        <p:spPr>
          <a:xfrm flipV="1">
            <a:off x="5638800" y="1799811"/>
            <a:ext cx="1219200" cy="26999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/>
          <p:cNvCxnSpPr>
            <a:stCxn id="24" idx="2"/>
          </p:cNvCxnSpPr>
          <p:nvPr/>
        </p:nvCxnSpPr>
        <p:spPr>
          <a:xfrm flipH="1">
            <a:off x="5150126" y="1866900"/>
            <a:ext cx="374374" cy="723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/>
          <p:cNvCxnSpPr>
            <a:endCxn id="22" idx="2"/>
          </p:cNvCxnSpPr>
          <p:nvPr/>
        </p:nvCxnSpPr>
        <p:spPr>
          <a:xfrm flipH="1" flipV="1">
            <a:off x="4293042" y="876300"/>
            <a:ext cx="72888" cy="203727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/>
          <p:cNvCxnSpPr>
            <a:endCxn id="23" idx="2"/>
          </p:cNvCxnSpPr>
          <p:nvPr/>
        </p:nvCxnSpPr>
        <p:spPr>
          <a:xfrm flipV="1">
            <a:off x="4929785" y="876300"/>
            <a:ext cx="68248" cy="202601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/>
          <p:cNvCxnSpPr>
            <a:endCxn id="25" idx="2"/>
          </p:cNvCxnSpPr>
          <p:nvPr/>
        </p:nvCxnSpPr>
        <p:spPr>
          <a:xfrm flipH="1" flipV="1">
            <a:off x="3771900" y="1866900"/>
            <a:ext cx="419100" cy="7239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1137699" y="37719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7" name="Rounded Rectangle 46"/>
          <p:cNvSpPr/>
          <p:nvPr/>
        </p:nvSpPr>
        <p:spPr>
          <a:xfrm>
            <a:off x="4954325" y="5524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" name="AutoShape 2" descr="https://assets.nintendo.com/image/upload/ar_16:9,b_auto:border,c_lpad/b_white/f_auto/q_auto/dpr_1.5/c_scale,w_700/ncom/My%20Nintendo%20Store/EN-US/Nintendo%20Switch%202/Controllers/Pro%20Controllers/123674-nintendo-switch-2-pro-controller-front-2000x200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9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406" y="144463"/>
            <a:ext cx="7329394" cy="412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3400" b="13400"/>
          <a:stretch/>
        </p:blipFill>
        <p:spPr bwMode="auto">
          <a:xfrm rot="10800000">
            <a:off x="1600200" y="3895439"/>
            <a:ext cx="6061614" cy="3411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978176" y="563002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8176" y="1401202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97176" y="982102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7851" y="982102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8176" y="2476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978176" y="3314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7176" y="28956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US" dirty="0" smtClean="0"/>
          </a:p>
        </p:txBody>
      </p:sp>
      <p:sp>
        <p:nvSpPr>
          <p:cNvPr id="13" name="Rounded Rectangle 12"/>
          <p:cNvSpPr/>
          <p:nvPr/>
        </p:nvSpPr>
        <p:spPr>
          <a:xfrm>
            <a:off x="1357851" y="28956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  <a:endParaRPr lang="en-US" dirty="0" smtClean="0"/>
          </a:p>
        </p:txBody>
      </p:sp>
      <p:sp>
        <p:nvSpPr>
          <p:cNvPr id="14" name="Rounded Rectangle 13"/>
          <p:cNvSpPr/>
          <p:nvPr/>
        </p:nvSpPr>
        <p:spPr>
          <a:xfrm>
            <a:off x="7809175" y="2557215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▲</a:t>
            </a:r>
            <a:endParaRPr lang="en-US" dirty="0"/>
          </a:p>
        </p:txBody>
      </p:sp>
      <p:sp>
        <p:nvSpPr>
          <p:cNvPr id="15" name="Rounded Rectangle 14"/>
          <p:cNvSpPr/>
          <p:nvPr/>
        </p:nvSpPr>
        <p:spPr>
          <a:xfrm>
            <a:off x="7809175" y="33909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▼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7428175" y="2976315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8850" y="2976315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80074" y="639763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‘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7809175" y="1477963"/>
            <a:ext cx="576802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Shift</a:t>
            </a:r>
            <a:endParaRPr lang="en-US" sz="1200" dirty="0"/>
          </a:p>
        </p:txBody>
      </p:sp>
      <p:sp>
        <p:nvSpPr>
          <p:cNvPr id="20" name="Rounded Rectangle 19"/>
          <p:cNvSpPr/>
          <p:nvPr/>
        </p:nvSpPr>
        <p:spPr>
          <a:xfrm>
            <a:off x="7499074" y="1058863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59749" y="1058863"/>
            <a:ext cx="616226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Enter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56050" y="220663"/>
            <a:ext cx="661283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Insert</a:t>
            </a:r>
            <a:endParaRPr lang="en-US" sz="1200" dirty="0"/>
          </a:p>
        </p:txBody>
      </p:sp>
      <p:sp>
        <p:nvSpPr>
          <p:cNvPr id="23" name="Rounded Rectangle 22"/>
          <p:cNvSpPr/>
          <p:nvPr/>
        </p:nvSpPr>
        <p:spPr>
          <a:xfrm>
            <a:off x="4624818" y="220663"/>
            <a:ext cx="652008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Home</a:t>
            </a:r>
            <a:endParaRPr lang="en-US" sz="1200" dirty="0"/>
          </a:p>
        </p:txBody>
      </p:sp>
      <p:sp>
        <p:nvSpPr>
          <p:cNvPr id="24" name="Rounded Rectangle 23"/>
          <p:cNvSpPr/>
          <p:nvPr/>
        </p:nvSpPr>
        <p:spPr>
          <a:xfrm>
            <a:off x="6781800" y="3810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2214687" y="3810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6772385" y="4716463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&gt;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2214687" y="4716463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</a:t>
            </a:r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6781800" y="5482289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\</a:t>
            </a:r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2214687" y="5481638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30" name="Oval 29"/>
          <p:cNvSpPr/>
          <p:nvPr/>
        </p:nvSpPr>
        <p:spPr>
          <a:xfrm>
            <a:off x="3733800" y="1897063"/>
            <a:ext cx="609600" cy="6096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6" name="Oval 35"/>
          <p:cNvSpPr/>
          <p:nvPr/>
        </p:nvSpPr>
        <p:spPr>
          <a:xfrm>
            <a:off x="3483500" y="1592263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105400" y="2143249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5227651" y="1175329"/>
            <a:ext cx="974697" cy="914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cxnSp>
        <p:nvCxnSpPr>
          <p:cNvPr id="39" name="Straight Connector 38"/>
          <p:cNvCxnSpPr>
            <a:stCxn id="36" idx="2"/>
            <a:endCxn id="9" idx="3"/>
          </p:cNvCxnSpPr>
          <p:nvPr/>
        </p:nvCxnSpPr>
        <p:spPr>
          <a:xfrm flipH="1" flipV="1">
            <a:off x="1738851" y="1191652"/>
            <a:ext cx="1744649" cy="4644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stCxn id="37" idx="6"/>
            <a:endCxn id="16" idx="1"/>
          </p:cNvCxnSpPr>
          <p:nvPr/>
        </p:nvCxnSpPr>
        <p:spPr>
          <a:xfrm>
            <a:off x="5222350" y="2207108"/>
            <a:ext cx="2205825" cy="97875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30" idx="2"/>
            <a:endCxn id="13" idx="3"/>
          </p:cNvCxnSpPr>
          <p:nvPr/>
        </p:nvCxnSpPr>
        <p:spPr>
          <a:xfrm flipH="1">
            <a:off x="1738851" y="2201896"/>
            <a:ext cx="1994949" cy="9032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38" idx="6"/>
            <a:endCxn id="20" idx="1"/>
          </p:cNvCxnSpPr>
          <p:nvPr/>
        </p:nvCxnSpPr>
        <p:spPr>
          <a:xfrm flipV="1">
            <a:off x="6202348" y="1268413"/>
            <a:ext cx="1296726" cy="3641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27" idx="3"/>
          </p:cNvCxnSpPr>
          <p:nvPr/>
        </p:nvCxnSpPr>
        <p:spPr>
          <a:xfrm>
            <a:off x="2595687" y="4926013"/>
            <a:ext cx="11381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9" idx="3"/>
          </p:cNvCxnSpPr>
          <p:nvPr/>
        </p:nvCxnSpPr>
        <p:spPr>
          <a:xfrm>
            <a:off x="2595687" y="5691188"/>
            <a:ext cx="1138113" cy="4191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Connector 1024"/>
          <p:cNvCxnSpPr>
            <a:endCxn id="26" idx="1"/>
          </p:cNvCxnSpPr>
          <p:nvPr/>
        </p:nvCxnSpPr>
        <p:spPr>
          <a:xfrm>
            <a:off x="5562600" y="4926013"/>
            <a:ext cx="1209785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8" name="Straight Connector 1027"/>
          <p:cNvCxnSpPr>
            <a:endCxn id="28" idx="1"/>
          </p:cNvCxnSpPr>
          <p:nvPr/>
        </p:nvCxnSpPr>
        <p:spPr>
          <a:xfrm flipV="1">
            <a:off x="5565664" y="5691839"/>
            <a:ext cx="1216136" cy="4184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Straight Connector 1035"/>
          <p:cNvCxnSpPr>
            <a:stCxn id="24" idx="1"/>
          </p:cNvCxnSpPr>
          <p:nvPr/>
        </p:nvCxnSpPr>
        <p:spPr>
          <a:xfrm flipH="1">
            <a:off x="5163875" y="590550"/>
            <a:ext cx="1617925" cy="7048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8" name="Straight Connector 1037"/>
          <p:cNvCxnSpPr>
            <a:endCxn id="22" idx="2"/>
          </p:cNvCxnSpPr>
          <p:nvPr/>
        </p:nvCxnSpPr>
        <p:spPr>
          <a:xfrm flipH="1" flipV="1">
            <a:off x="4286692" y="639763"/>
            <a:ext cx="86401" cy="99276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Connector 1039"/>
          <p:cNvCxnSpPr>
            <a:endCxn id="23" idx="2"/>
          </p:cNvCxnSpPr>
          <p:nvPr/>
        </p:nvCxnSpPr>
        <p:spPr>
          <a:xfrm flipV="1">
            <a:off x="4912888" y="639763"/>
            <a:ext cx="37934" cy="9709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Straight Connector 1043"/>
          <p:cNvCxnSpPr>
            <a:endCxn id="25" idx="3"/>
          </p:cNvCxnSpPr>
          <p:nvPr/>
        </p:nvCxnSpPr>
        <p:spPr>
          <a:xfrm flipH="1" flipV="1">
            <a:off x="2595687" y="590550"/>
            <a:ext cx="1519113" cy="7048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978176" y="982102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47" name="Rounded Rectangle 46"/>
          <p:cNvSpPr/>
          <p:nvPr/>
        </p:nvSpPr>
        <p:spPr>
          <a:xfrm>
            <a:off x="7809175" y="2976315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2" name="AutoShape 2" descr="https://assets.nintendo.com/image/upload/ar_16:9,b_auto:border,c_lpad/b_white/f_auto/q_auto/dpr_1.5/c_scale,w_700/ncom/My%20Nintendo%20Store/EN-US/Nintendo%20Switch%202/Controllers/Pro%20Controllers/123674-nintendo-switch-2-pro-controller-front-2000x2000"/>
          <p:cNvSpPr>
            <a:spLocks noChangeAspect="1" noChangeArrowheads="1"/>
          </p:cNvSpPr>
          <p:nvPr/>
        </p:nvSpPr>
        <p:spPr bwMode="auto">
          <a:xfrm>
            <a:off x="155575" y="762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4" descr="https://assets.nintendo.com/image/upload/ar_16:9,b_auto:border,c_lpad/b_white/f_auto/q_auto/dpr_1.5/c_scale,w_700/ncom/My%20Nintendo%20Store/EN-US/Nintendo%20Switch%202/Controllers/Pro%20Controllers/123674-nintendo-switch-2-pro-controller-front-2000x2000"/>
          <p:cNvSpPr>
            <a:spLocks noChangeAspect="1" noChangeArrowheads="1"/>
          </p:cNvSpPr>
          <p:nvPr/>
        </p:nvSpPr>
        <p:spPr bwMode="auto">
          <a:xfrm>
            <a:off x="307975" y="2286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1" name="AutoShape 7" descr="https://assets.nintendo.com/image/upload/ar_16:9,b_auto:border,c_lpad/b_white/f_auto/q_auto/dpr_1.5/c_scale,w_700/ncom/My%20Nintendo%20Store/EN-US/Nintendo%20Switch%202/Controllers/Pro%20Controllers/123674-nintendo-switch-2-pro-controller-back-2000x2000"/>
          <p:cNvSpPr>
            <a:spLocks noChangeAspect="1" noChangeArrowheads="1"/>
          </p:cNvSpPr>
          <p:nvPr/>
        </p:nvSpPr>
        <p:spPr bwMode="auto">
          <a:xfrm>
            <a:off x="460375" y="381000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5" name="Rounded Rectangle 84"/>
          <p:cNvSpPr/>
          <p:nvPr/>
        </p:nvSpPr>
        <p:spPr>
          <a:xfrm>
            <a:off x="2214687" y="5900738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sp>
        <p:nvSpPr>
          <p:cNvPr id="86" name="Rounded Rectangle 85"/>
          <p:cNvSpPr/>
          <p:nvPr/>
        </p:nvSpPr>
        <p:spPr>
          <a:xfrm>
            <a:off x="6781800" y="5900738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cxnSp>
        <p:nvCxnSpPr>
          <p:cNvPr id="87" name="Straight Connector 86"/>
          <p:cNvCxnSpPr>
            <a:endCxn id="86" idx="1"/>
          </p:cNvCxnSpPr>
          <p:nvPr/>
        </p:nvCxnSpPr>
        <p:spPr>
          <a:xfrm flipV="1">
            <a:off x="5562600" y="6110288"/>
            <a:ext cx="1219200" cy="2201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85" idx="3"/>
          </p:cNvCxnSpPr>
          <p:nvPr/>
        </p:nvCxnSpPr>
        <p:spPr>
          <a:xfrm>
            <a:off x="2595687" y="6110288"/>
            <a:ext cx="1061913" cy="22019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Rounded Rectangle 105"/>
          <p:cNvSpPr/>
          <p:nvPr/>
        </p:nvSpPr>
        <p:spPr>
          <a:xfrm>
            <a:off x="4440506" y="3116263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</a:t>
            </a:r>
            <a:endParaRPr lang="en-US" dirty="0"/>
          </a:p>
        </p:txBody>
      </p:sp>
      <p:cxnSp>
        <p:nvCxnSpPr>
          <p:cNvPr id="107" name="Straight Connector 106"/>
          <p:cNvCxnSpPr>
            <a:stCxn id="106" idx="0"/>
          </p:cNvCxnSpPr>
          <p:nvPr/>
        </p:nvCxnSpPr>
        <p:spPr>
          <a:xfrm flipV="1">
            <a:off x="4631006" y="2578118"/>
            <a:ext cx="10097" cy="5381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651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0"/>
            <a:ext cx="6858001" cy="68580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972599" y="1790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2599" y="26289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7" name="Rounded Rectangle 6"/>
          <p:cNvSpPr/>
          <p:nvPr/>
        </p:nvSpPr>
        <p:spPr>
          <a:xfrm>
            <a:off x="591599" y="2209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2274" y="2209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2599" y="2209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972599" y="3467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▲</a:t>
            </a:r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972599" y="4300785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▼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91599" y="3886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52274" y="3886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3467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43053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7391400" y="3886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2075" y="3886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886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20" name="Rounded Rectangle 19"/>
          <p:cNvSpPr/>
          <p:nvPr/>
        </p:nvSpPr>
        <p:spPr>
          <a:xfrm>
            <a:off x="7772400" y="1790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‘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7701501" y="2628900"/>
            <a:ext cx="576802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Shift</a:t>
            </a:r>
            <a:endParaRPr lang="en-US"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7391400" y="2209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2075" y="2209800"/>
            <a:ext cx="616226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Enter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45974" y="419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sp>
        <p:nvSpPr>
          <p:cNvPr id="25" name="Rounded Rectangle 24"/>
          <p:cNvSpPr/>
          <p:nvPr/>
        </p:nvSpPr>
        <p:spPr>
          <a:xfrm>
            <a:off x="2126974" y="419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6" name="Rounded Rectangle 25"/>
          <p:cNvSpPr/>
          <p:nvPr/>
        </p:nvSpPr>
        <p:spPr>
          <a:xfrm>
            <a:off x="6553200" y="419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Q</a:t>
            </a:r>
            <a:endParaRPr lang="en-US" dirty="0"/>
          </a:p>
        </p:txBody>
      </p:sp>
      <p:sp>
        <p:nvSpPr>
          <p:cNvPr id="27" name="Rounded Rectangle 26"/>
          <p:cNvSpPr/>
          <p:nvPr/>
        </p:nvSpPr>
        <p:spPr>
          <a:xfrm>
            <a:off x="6934200" y="419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</a:t>
            </a:r>
            <a:endParaRPr lang="en-US" dirty="0"/>
          </a:p>
        </p:txBody>
      </p:sp>
      <p:sp>
        <p:nvSpPr>
          <p:cNvPr id="28" name="Rounded Rectangle 27"/>
          <p:cNvSpPr/>
          <p:nvPr/>
        </p:nvSpPr>
        <p:spPr>
          <a:xfrm>
            <a:off x="4038600" y="22860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F1</a:t>
            </a:r>
            <a:endParaRPr lang="en-US" sz="1200" dirty="0"/>
          </a:p>
        </p:txBody>
      </p:sp>
      <p:sp>
        <p:nvSpPr>
          <p:cNvPr id="29" name="Rounded Rectangle 28"/>
          <p:cNvSpPr/>
          <p:nvPr/>
        </p:nvSpPr>
        <p:spPr>
          <a:xfrm>
            <a:off x="4038600" y="39624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F3</a:t>
            </a:r>
            <a:endParaRPr lang="en-US" sz="1200" dirty="0"/>
          </a:p>
        </p:txBody>
      </p:sp>
      <p:sp>
        <p:nvSpPr>
          <p:cNvPr id="30" name="Rounded Rectangle 29"/>
          <p:cNvSpPr/>
          <p:nvPr/>
        </p:nvSpPr>
        <p:spPr>
          <a:xfrm>
            <a:off x="4648200" y="39624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F1</a:t>
            </a:r>
            <a:endParaRPr lang="en-US" sz="1200" dirty="0"/>
          </a:p>
        </p:txBody>
      </p:sp>
      <p:sp>
        <p:nvSpPr>
          <p:cNvPr id="31" name="Rounded Rectangle 30"/>
          <p:cNvSpPr/>
          <p:nvPr/>
        </p:nvSpPr>
        <p:spPr>
          <a:xfrm>
            <a:off x="4648200" y="22860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F3</a:t>
            </a:r>
            <a:endParaRPr lang="en-US" sz="1200" dirty="0"/>
          </a:p>
        </p:txBody>
      </p:sp>
      <p:sp>
        <p:nvSpPr>
          <p:cNvPr id="32" name="Rounded Rectangle 31"/>
          <p:cNvSpPr/>
          <p:nvPr/>
        </p:nvSpPr>
        <p:spPr>
          <a:xfrm>
            <a:off x="3657600" y="419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3" name="Rounded Rectangle 32"/>
          <p:cNvSpPr/>
          <p:nvPr/>
        </p:nvSpPr>
        <p:spPr>
          <a:xfrm>
            <a:off x="5029200" y="4191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2590800" y="3067050"/>
            <a:ext cx="9906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5" name="Oval 34"/>
          <p:cNvSpPr/>
          <p:nvPr/>
        </p:nvSpPr>
        <p:spPr>
          <a:xfrm>
            <a:off x="5556250" y="1924050"/>
            <a:ext cx="990600" cy="990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6" name="Rounded Rectangle 35"/>
          <p:cNvSpPr/>
          <p:nvPr/>
        </p:nvSpPr>
        <p:spPr>
          <a:xfrm>
            <a:off x="2590800" y="5924550"/>
            <a:ext cx="661283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Insert</a:t>
            </a:r>
            <a:endParaRPr lang="en-US" sz="1200" dirty="0"/>
          </a:p>
        </p:txBody>
      </p:sp>
      <p:sp>
        <p:nvSpPr>
          <p:cNvPr id="37" name="Rounded Rectangle 36"/>
          <p:cNvSpPr/>
          <p:nvPr/>
        </p:nvSpPr>
        <p:spPr>
          <a:xfrm>
            <a:off x="5901192" y="5924550"/>
            <a:ext cx="652008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Home</a:t>
            </a:r>
            <a:endParaRPr lang="en-US" sz="1200" dirty="0"/>
          </a:p>
        </p:txBody>
      </p:sp>
      <p:sp>
        <p:nvSpPr>
          <p:cNvPr id="38" name="Oval 37"/>
          <p:cNvSpPr/>
          <p:nvPr/>
        </p:nvSpPr>
        <p:spPr>
          <a:xfrm>
            <a:off x="3007250" y="2362200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6019800" y="3498491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/>
          <p:nvPr/>
        </p:nvCxnSpPr>
        <p:spPr>
          <a:xfrm flipH="1">
            <a:off x="1828800" y="3676650"/>
            <a:ext cx="762000" cy="285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 flipV="1">
            <a:off x="6117424" y="3571875"/>
            <a:ext cx="1197776" cy="31432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>
            <a:endCxn id="8" idx="3"/>
          </p:cNvCxnSpPr>
          <p:nvPr/>
        </p:nvCxnSpPr>
        <p:spPr>
          <a:xfrm flipH="1">
            <a:off x="1733274" y="2419350"/>
            <a:ext cx="127397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6553200" y="2419350"/>
            <a:ext cx="827488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endCxn id="36" idx="0"/>
          </p:cNvCxnSpPr>
          <p:nvPr/>
        </p:nvCxnSpPr>
        <p:spPr>
          <a:xfrm flipH="1">
            <a:off x="2921442" y="4381500"/>
            <a:ext cx="355158" cy="15430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5867400" y="4381500"/>
            <a:ext cx="359796" cy="154305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>
            <a:stCxn id="32" idx="2"/>
          </p:cNvCxnSpPr>
          <p:nvPr/>
        </p:nvCxnSpPr>
        <p:spPr>
          <a:xfrm flipH="1">
            <a:off x="3480021" y="838200"/>
            <a:ext cx="368079" cy="9525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>
            <a:off x="5219700" y="723900"/>
            <a:ext cx="419100" cy="10668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2317474" y="838200"/>
            <a:ext cx="934609" cy="5334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27" idx="2"/>
          </p:cNvCxnSpPr>
          <p:nvPr/>
        </p:nvCxnSpPr>
        <p:spPr>
          <a:xfrm flipH="1">
            <a:off x="5943600" y="838200"/>
            <a:ext cx="1181100" cy="53340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2449499" y="1600200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6546574" y="1599841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4" name="Straight Connector 63"/>
          <p:cNvCxnSpPr>
            <a:stCxn id="24" idx="2"/>
          </p:cNvCxnSpPr>
          <p:nvPr/>
        </p:nvCxnSpPr>
        <p:spPr>
          <a:xfrm>
            <a:off x="1936474" y="838200"/>
            <a:ext cx="540909" cy="8763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26" idx="2"/>
            <a:endCxn id="63" idx="0"/>
          </p:cNvCxnSpPr>
          <p:nvPr/>
        </p:nvCxnSpPr>
        <p:spPr>
          <a:xfrm flipH="1">
            <a:off x="6605049" y="838200"/>
            <a:ext cx="138651" cy="76164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3835179" y="2476500"/>
            <a:ext cx="203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3718229" y="2412641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Connector 70"/>
          <p:cNvCxnSpPr/>
          <p:nvPr/>
        </p:nvCxnSpPr>
        <p:spPr>
          <a:xfrm>
            <a:off x="3826179" y="4159609"/>
            <a:ext cx="20342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3709229" y="4095750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/>
          <p:cNvCxnSpPr/>
          <p:nvPr/>
        </p:nvCxnSpPr>
        <p:spPr>
          <a:xfrm>
            <a:off x="5030414" y="2476500"/>
            <a:ext cx="20342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5233835" y="2412641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5" name="Straight Connector 74"/>
          <p:cNvCxnSpPr/>
          <p:nvPr/>
        </p:nvCxnSpPr>
        <p:spPr>
          <a:xfrm>
            <a:off x="5030414" y="4159609"/>
            <a:ext cx="203421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5233835" y="4095750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143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781301" y="-952499"/>
            <a:ext cx="3429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781301" y="1714500"/>
            <a:ext cx="3429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ounded Rectangle 5"/>
          <p:cNvSpPr/>
          <p:nvPr/>
        </p:nvSpPr>
        <p:spPr>
          <a:xfrm>
            <a:off x="977624" y="36576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77624" y="4495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6624" y="4076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endParaRPr lang="en-US" dirty="0" smtClean="0"/>
          </a:p>
        </p:txBody>
      </p:sp>
      <p:sp>
        <p:nvSpPr>
          <p:cNvPr id="9" name="Rounded Rectangle 8"/>
          <p:cNvSpPr/>
          <p:nvPr/>
        </p:nvSpPr>
        <p:spPr>
          <a:xfrm>
            <a:off x="1357299" y="4076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  <a:endParaRPr lang="en-US" dirty="0" smtClean="0"/>
          </a:p>
        </p:txBody>
      </p:sp>
      <p:sp>
        <p:nvSpPr>
          <p:cNvPr id="10" name="Rounded Rectangle 9"/>
          <p:cNvSpPr/>
          <p:nvPr/>
        </p:nvSpPr>
        <p:spPr>
          <a:xfrm>
            <a:off x="977624" y="4076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7773725" y="4279899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▲</a:t>
            </a:r>
            <a:endParaRPr lang="en-US" dirty="0"/>
          </a:p>
        </p:txBody>
      </p:sp>
      <p:sp>
        <p:nvSpPr>
          <p:cNvPr id="17" name="Rounded Rectangle 16"/>
          <p:cNvSpPr/>
          <p:nvPr/>
        </p:nvSpPr>
        <p:spPr>
          <a:xfrm>
            <a:off x="7773725" y="5113584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▼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7392725" y="4698999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3400" y="4698999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3725" y="16764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‘</a:t>
            </a:r>
            <a:endParaRPr lang="en-US" dirty="0"/>
          </a:p>
        </p:txBody>
      </p:sp>
      <p:sp>
        <p:nvSpPr>
          <p:cNvPr id="21" name="Rounded Rectangle 20"/>
          <p:cNvSpPr/>
          <p:nvPr/>
        </p:nvSpPr>
        <p:spPr>
          <a:xfrm>
            <a:off x="7702826" y="2514600"/>
            <a:ext cx="576802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Shift</a:t>
            </a:r>
            <a:endParaRPr lang="en-US" sz="1200" dirty="0"/>
          </a:p>
        </p:txBody>
      </p:sp>
      <p:sp>
        <p:nvSpPr>
          <p:cNvPr id="22" name="Rounded Rectangle 21"/>
          <p:cNvSpPr/>
          <p:nvPr/>
        </p:nvSpPr>
        <p:spPr>
          <a:xfrm>
            <a:off x="7392725" y="20955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/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3400" y="2095500"/>
            <a:ext cx="616226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Enter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57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F1</a:t>
            </a:r>
            <a:endParaRPr lang="en-US" sz="1200" dirty="0"/>
          </a:p>
        </p:txBody>
      </p:sp>
      <p:sp>
        <p:nvSpPr>
          <p:cNvPr id="25" name="Rounded Rectangle 24"/>
          <p:cNvSpPr/>
          <p:nvPr/>
        </p:nvSpPr>
        <p:spPr>
          <a:xfrm>
            <a:off x="4495800" y="4572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F3</a:t>
            </a:r>
            <a:endParaRPr lang="en-US" sz="1200" dirty="0"/>
          </a:p>
        </p:txBody>
      </p:sp>
      <p:sp>
        <p:nvSpPr>
          <p:cNvPr id="26" name="Rounded Rectangle 25"/>
          <p:cNvSpPr/>
          <p:nvPr/>
        </p:nvSpPr>
        <p:spPr>
          <a:xfrm>
            <a:off x="4114800" y="3352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F1</a:t>
            </a:r>
            <a:endParaRPr lang="en-US" sz="1200" dirty="0"/>
          </a:p>
        </p:txBody>
      </p:sp>
      <p:sp>
        <p:nvSpPr>
          <p:cNvPr id="27" name="Rounded Rectangle 26"/>
          <p:cNvSpPr/>
          <p:nvPr/>
        </p:nvSpPr>
        <p:spPr>
          <a:xfrm>
            <a:off x="4724400" y="33528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F3</a:t>
            </a:r>
            <a:endParaRPr lang="en-US" sz="1200" dirty="0"/>
          </a:p>
        </p:txBody>
      </p:sp>
      <p:sp>
        <p:nvSpPr>
          <p:cNvPr id="28" name="Rounded Rectangle 27"/>
          <p:cNvSpPr/>
          <p:nvPr/>
        </p:nvSpPr>
        <p:spPr>
          <a:xfrm>
            <a:off x="5562600" y="666750"/>
            <a:ext cx="661283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Insert</a:t>
            </a:r>
            <a:endParaRPr lang="en-US" sz="1200" dirty="0"/>
          </a:p>
        </p:txBody>
      </p:sp>
      <p:sp>
        <p:nvSpPr>
          <p:cNvPr id="29" name="Rounded Rectangle 28"/>
          <p:cNvSpPr/>
          <p:nvPr/>
        </p:nvSpPr>
        <p:spPr>
          <a:xfrm>
            <a:off x="2438400" y="5943600"/>
            <a:ext cx="652008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/>
              <a:t>Home</a:t>
            </a:r>
            <a:endParaRPr lang="en-US" sz="1200" dirty="0"/>
          </a:p>
        </p:txBody>
      </p:sp>
      <p:sp>
        <p:nvSpPr>
          <p:cNvPr id="30" name="Rounded Rectangle 29"/>
          <p:cNvSpPr/>
          <p:nvPr/>
        </p:nvSpPr>
        <p:spPr>
          <a:xfrm>
            <a:off x="2628900" y="6477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-</a:t>
            </a:r>
            <a:endParaRPr lang="en-US" dirty="0"/>
          </a:p>
        </p:txBody>
      </p:sp>
      <p:sp>
        <p:nvSpPr>
          <p:cNvPr id="31" name="Rounded Rectangle 30"/>
          <p:cNvSpPr/>
          <p:nvPr/>
        </p:nvSpPr>
        <p:spPr>
          <a:xfrm>
            <a:off x="5981700" y="333375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=</a:t>
            </a:r>
            <a:endParaRPr lang="en-US" dirty="0"/>
          </a:p>
        </p:txBody>
      </p:sp>
      <p:sp>
        <p:nvSpPr>
          <p:cNvPr id="32" name="Oval 31"/>
          <p:cNvSpPr/>
          <p:nvPr/>
        </p:nvSpPr>
        <p:spPr>
          <a:xfrm>
            <a:off x="4144177" y="1752600"/>
            <a:ext cx="990600" cy="990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3" name="Oval 32"/>
          <p:cNvSpPr/>
          <p:nvPr/>
        </p:nvSpPr>
        <p:spPr>
          <a:xfrm>
            <a:off x="5022850" y="4413249"/>
            <a:ext cx="990600" cy="990600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4" name="Oval 33"/>
          <p:cNvSpPr/>
          <p:nvPr/>
        </p:nvSpPr>
        <p:spPr>
          <a:xfrm>
            <a:off x="4300275" y="4844690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/>
          <p:cNvSpPr/>
          <p:nvPr/>
        </p:nvSpPr>
        <p:spPr>
          <a:xfrm>
            <a:off x="3429000" y="2184041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3485929" y="1447800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5181600" y="1447800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3733800" y="4114800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5401200" y="4114800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0" name="Straight Connector 39"/>
          <p:cNvCxnSpPr>
            <a:stCxn id="35" idx="3"/>
          </p:cNvCxnSpPr>
          <p:nvPr/>
        </p:nvCxnSpPr>
        <p:spPr>
          <a:xfrm flipH="1">
            <a:off x="1357299" y="2293055"/>
            <a:ext cx="2088828" cy="17836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>
            <a:stCxn id="22" idx="1"/>
          </p:cNvCxnSpPr>
          <p:nvPr/>
        </p:nvCxnSpPr>
        <p:spPr>
          <a:xfrm flipH="1" flipV="1">
            <a:off x="5137151" y="2266949"/>
            <a:ext cx="2255574" cy="3810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>
            <a:off x="5401200" y="1085851"/>
            <a:ext cx="492041" cy="97154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endCxn id="70" idx="5"/>
          </p:cNvCxnSpPr>
          <p:nvPr/>
        </p:nvCxnSpPr>
        <p:spPr>
          <a:xfrm>
            <a:off x="1028700" y="1620838"/>
            <a:ext cx="1520622" cy="95653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>
            <a:stCxn id="24" idx="2"/>
          </p:cNvCxnSpPr>
          <p:nvPr/>
        </p:nvCxnSpPr>
        <p:spPr>
          <a:xfrm flipH="1">
            <a:off x="3570938" y="876300"/>
            <a:ext cx="505762" cy="600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25" idx="2"/>
          </p:cNvCxnSpPr>
          <p:nvPr/>
        </p:nvCxnSpPr>
        <p:spPr>
          <a:xfrm>
            <a:off x="4686300" y="876300"/>
            <a:ext cx="523144" cy="5715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endCxn id="29" idx="0"/>
          </p:cNvCxnSpPr>
          <p:nvPr/>
        </p:nvCxnSpPr>
        <p:spPr>
          <a:xfrm flipH="1">
            <a:off x="2764404" y="4695824"/>
            <a:ext cx="849865" cy="12477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>
            <a:stCxn id="34" idx="2"/>
            <a:endCxn id="7" idx="3"/>
          </p:cNvCxnSpPr>
          <p:nvPr/>
        </p:nvCxnSpPr>
        <p:spPr>
          <a:xfrm flipH="1" flipV="1">
            <a:off x="1358624" y="4705350"/>
            <a:ext cx="2941651" cy="20319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>
            <a:stCxn id="31" idx="2"/>
          </p:cNvCxnSpPr>
          <p:nvPr/>
        </p:nvCxnSpPr>
        <p:spPr>
          <a:xfrm flipH="1">
            <a:off x="6134100" y="3752850"/>
            <a:ext cx="38100" cy="73659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endCxn id="38" idx="7"/>
          </p:cNvCxnSpPr>
          <p:nvPr/>
        </p:nvCxnSpPr>
        <p:spPr>
          <a:xfrm flipH="1">
            <a:off x="3833623" y="3771900"/>
            <a:ext cx="466652" cy="36160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27" idx="2"/>
            <a:endCxn id="39" idx="1"/>
          </p:cNvCxnSpPr>
          <p:nvPr/>
        </p:nvCxnSpPr>
        <p:spPr>
          <a:xfrm>
            <a:off x="4914900" y="3771900"/>
            <a:ext cx="503427" cy="361604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8" idx="1"/>
          </p:cNvCxnSpPr>
          <p:nvPr/>
        </p:nvCxnSpPr>
        <p:spPr>
          <a:xfrm flipH="1">
            <a:off x="6013450" y="4908549"/>
            <a:ext cx="1379275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838200" y="1201738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69" name="Rounded Rectangle 68"/>
          <p:cNvSpPr/>
          <p:nvPr/>
        </p:nvSpPr>
        <p:spPr>
          <a:xfrm>
            <a:off x="1219200" y="1201738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Y</a:t>
            </a:r>
            <a:endParaRPr lang="en-US" dirty="0"/>
          </a:p>
        </p:txBody>
      </p:sp>
      <p:sp>
        <p:nvSpPr>
          <p:cNvPr id="70" name="Oval 69"/>
          <p:cNvSpPr/>
          <p:nvPr/>
        </p:nvSpPr>
        <p:spPr>
          <a:xfrm>
            <a:off x="2449499" y="2468355"/>
            <a:ext cx="116950" cy="127718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/>
          <p:cNvSpPr/>
          <p:nvPr/>
        </p:nvSpPr>
        <p:spPr>
          <a:xfrm>
            <a:off x="6178550" y="59436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</a:t>
            </a:r>
            <a:endParaRPr lang="en-US" dirty="0"/>
          </a:p>
        </p:txBody>
      </p:sp>
      <p:sp>
        <p:nvSpPr>
          <p:cNvPr id="72" name="Rounded Rectangle 71"/>
          <p:cNvSpPr/>
          <p:nvPr/>
        </p:nvSpPr>
        <p:spPr>
          <a:xfrm>
            <a:off x="6559550" y="5943600"/>
            <a:ext cx="381000" cy="4191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73" name="Oval 72"/>
          <p:cNvSpPr/>
          <p:nvPr/>
        </p:nvSpPr>
        <p:spPr>
          <a:xfrm>
            <a:off x="6259499" y="5339990"/>
            <a:ext cx="116950" cy="127718"/>
          </a:xfrm>
          <a:prstGeom prst="ellipse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Connector 75"/>
          <p:cNvCxnSpPr/>
          <p:nvPr/>
        </p:nvCxnSpPr>
        <p:spPr>
          <a:xfrm>
            <a:off x="1403350" y="1620838"/>
            <a:ext cx="999025" cy="4365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1" idx="0"/>
          </p:cNvCxnSpPr>
          <p:nvPr/>
        </p:nvCxnSpPr>
        <p:spPr>
          <a:xfrm flipH="1" flipV="1">
            <a:off x="6317974" y="5467709"/>
            <a:ext cx="51076" cy="47589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>
            <a:stCxn id="72" idx="0"/>
          </p:cNvCxnSpPr>
          <p:nvPr/>
        </p:nvCxnSpPr>
        <p:spPr>
          <a:xfrm flipH="1" flipV="1">
            <a:off x="6534012" y="5085189"/>
            <a:ext cx="216038" cy="85841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2819400" y="1076324"/>
            <a:ext cx="38100" cy="76279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654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118</Words>
  <Application>Microsoft Office PowerPoint</Application>
  <PresentationFormat>On-screen Show (4:3)</PresentationFormat>
  <Paragraphs>118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Kotori</dc:creator>
  <cp:lastModifiedBy>Komari</cp:lastModifiedBy>
  <cp:revision>30</cp:revision>
  <dcterms:created xsi:type="dcterms:W3CDTF">2021-02-01T06:27:46Z</dcterms:created>
  <dcterms:modified xsi:type="dcterms:W3CDTF">2025-08-01T06:02:04Z</dcterms:modified>
</cp:coreProperties>
</file>